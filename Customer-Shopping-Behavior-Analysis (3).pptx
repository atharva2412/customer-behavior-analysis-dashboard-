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642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3773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3786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733773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3786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54462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5993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Spend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954462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5993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98025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shipping, discounts, review ratings, and subscription status.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4938"/>
            <a:ext cx="3806577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371005"/>
            <a:ext cx="4775299" cy="2865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89222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872163" y="1062335"/>
            <a:ext cx="2449116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5872163" y="114515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1397719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with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used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72163" y="1868686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72163" y="2038796"/>
            <a:ext cx="2449116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5872163" y="212161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Impute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72163" y="237418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Filled 37 missing Review Ratings with category median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72163" y="2845147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72163" y="3015258"/>
            <a:ext cx="2449116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5872163" y="3098081"/>
            <a:ext cx="141364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72163" y="3350642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72163" y="3821609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72163" y="3991719"/>
            <a:ext cx="2449116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5872163" y="4074542"/>
            <a:ext cx="139705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72163" y="4327103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pushed to database for SQL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34692" y="2015852"/>
            <a:ext cx="146447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2344453" y="2348433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2069580" y="2681015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2000044" y="3013596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1976264" y="3346177"/>
            <a:ext cx="116532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400" dirty="0"/>
          </a:p>
        </p:txBody>
      </p:sp>
      <p:sp>
        <p:nvSpPr>
          <p:cNvPr id="9" name="Text 6"/>
          <p:cNvSpPr/>
          <p:nvPr/>
        </p:nvSpPr>
        <p:spPr>
          <a:xfrm>
            <a:off x="1927342" y="3678759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400" dirty="0"/>
          </a:p>
        </p:txBody>
      </p:sp>
      <p:sp>
        <p:nvSpPr>
          <p:cNvPr id="10" name="Text 7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49701" y="2152204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2× more revenue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across all age groups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is relatively balanced across adult age segments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428"/>
            <a:ext cx="71070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vs. Non-Subscriber Spend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6774"/>
            <a:ext cx="2042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 Breakdown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65325"/>
            <a:ext cx="3902943" cy="2260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22650" y="2741786"/>
            <a:ext cx="76192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987" y="2764631"/>
            <a:ext cx="57150" cy="57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2187" y="2756074"/>
            <a:ext cx="61905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Non-Subscribers·73%</a:t>
            </a:r>
            <a:endParaRPr lang="en-US" sz="450" dirty="0"/>
          </a:p>
        </p:txBody>
      </p:sp>
      <p:sp>
        <p:nvSpPr>
          <p:cNvPr id="8" name="Text 4"/>
          <p:cNvSpPr/>
          <p:nvPr/>
        </p:nvSpPr>
        <p:spPr>
          <a:xfrm>
            <a:off x="3777332" y="2756074"/>
            <a:ext cx="1739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450" dirty="0"/>
          </a:p>
        </p:txBody>
      </p:sp>
      <p:sp>
        <p:nvSpPr>
          <p:cNvPr id="9" name="Text 5"/>
          <p:cNvSpPr/>
          <p:nvPr/>
        </p:nvSpPr>
        <p:spPr>
          <a:xfrm>
            <a:off x="3800177" y="2756074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0" name="Shape 6"/>
          <p:cNvSpPr/>
          <p:nvPr/>
        </p:nvSpPr>
        <p:spPr>
          <a:xfrm>
            <a:off x="3222650" y="2882726"/>
            <a:ext cx="63013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987" y="2905571"/>
            <a:ext cx="57150" cy="571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2187" y="2897014"/>
            <a:ext cx="48726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Subscribers·27%</a:t>
            </a:r>
            <a:endParaRPr lang="en-US" sz="450" dirty="0"/>
          </a:p>
        </p:txBody>
      </p:sp>
      <p:sp>
        <p:nvSpPr>
          <p:cNvPr id="13" name="Text 8"/>
          <p:cNvSpPr/>
          <p:nvPr/>
        </p:nvSpPr>
        <p:spPr>
          <a:xfrm>
            <a:off x="3645545" y="2897014"/>
            <a:ext cx="1739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450" dirty="0"/>
          </a:p>
        </p:txBody>
      </p:sp>
      <p:sp>
        <p:nvSpPr>
          <p:cNvPr id="14" name="Text 9"/>
          <p:cNvSpPr/>
          <p:nvPr/>
        </p:nvSpPr>
        <p:spPr>
          <a:xfrm>
            <a:off x="3668390" y="2897014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5" name="Text 10"/>
          <p:cNvSpPr/>
          <p:nvPr/>
        </p:nvSpPr>
        <p:spPr>
          <a:xfrm>
            <a:off x="4749701" y="13367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 Comparison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749701" y="1717700"/>
            <a:ext cx="3902943" cy="2145655"/>
          </a:xfrm>
          <a:prstGeom prst="roundRect">
            <a:avLst>
              <a:gd name="adj" fmla="val 277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96296" y="1812280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872014" y="1812280"/>
            <a:ext cx="6850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845350" y="1812280"/>
            <a:ext cx="6850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818686" y="1812280"/>
            <a:ext cx="687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6296" y="2450306"/>
            <a:ext cx="687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872014" y="2450306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845350" y="2450306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$59.49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818686" y="2450306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$62,645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96296" y="3088332"/>
            <a:ext cx="687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872014" y="3088332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845350" y="3088332"/>
            <a:ext cx="6850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$59.87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818686" y="3088332"/>
            <a:ext cx="6874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749701" y="402282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 is nearly identical —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 drives the gap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loyalty spend.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6827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08609"/>
            <a:ext cx="17865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 Products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71824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— 3.86 </a:t>
            </a:r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— 3.84 </a:t>
            </a:r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 — 3.82 </a:t>
            </a:r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— 3.80 </a:t>
            </a:r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 — 3.78 </a:t>
            </a:r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35201" y="2208609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2793281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— 50%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 — 49.66%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 — 49.07%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 — 48.17%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 — 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3052"/>
            <a:ext cx="44252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003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3,116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6452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95178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&gt;5 purchases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0003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701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6452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95178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2–5 purchases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000399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83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6452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95178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purchase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38066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3123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515246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repeat buyers (&gt;5 purchases):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subscribe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2,518 do not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major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471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Spending Patterns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3436" y="2348433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60.5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3834955" y="3346177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58.5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4749701" y="1788988"/>
            <a:ext cx="31890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839 High-Spending Discount Users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who used discounts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yet spent above average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proving discounts don't always erode basket size.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2765301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80358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2942481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users spend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~$2 more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transaction on average.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6246"/>
            <a:ext cx="3712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1304"/>
            <a:ext cx="5177582" cy="2796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938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957015"/>
            <a:ext cx="2628230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Status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31547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517925"/>
            <a:ext cx="262823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&amp; Sales by Category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&amp; Sales by Age Group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 donut chart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3331" y="318269"/>
            <a:ext cx="3742358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793331" y="758279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02199" y="867147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8073" y="953021"/>
            <a:ext cx="140494" cy="140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2199" y="1255886"/>
            <a:ext cx="132241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02199" y="1464394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793331" y="1794123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902199" y="1902991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073" y="1988865"/>
            <a:ext cx="140494" cy="1404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02199" y="229173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902199" y="2500238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793331" y="2829967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902199" y="2938835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8073" y="3024708"/>
            <a:ext cx="140494" cy="1404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02199" y="332757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902199" y="3536082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3793331" y="3865811"/>
            <a:ext cx="4986338" cy="959421"/>
          </a:xfrm>
          <a:prstGeom prst="roundRect">
            <a:avLst>
              <a:gd name="adj" fmla="val 455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902199" y="3974678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8073" y="4060552"/>
            <a:ext cx="140494" cy="1404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02199" y="4363417"/>
            <a:ext cx="131251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902199" y="4571926"/>
            <a:ext cx="476860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2026-05-11T10:20:30Z</dcterms:created>
  <dcterms:modified xsi:type="dcterms:W3CDTF">2026-05-11T10:20:30Z</dcterms:modified>
</cp:coreProperties>
</file>